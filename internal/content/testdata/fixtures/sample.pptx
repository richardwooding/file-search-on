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PPTX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the content-type test suite.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PPTX Fixture</dc:title>
  <dc:subject/>
  <dc:creator>file-search-on test fixtures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en</dc:language>
</cp:coreProperties>
</file>